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4630400" cy="8229600"/>
  <p:notesSz cx="8229600" cy="14630400"/>
  <p:embeddedFontLst>
    <p:embeddedFont>
      <p:font typeface="Arimo" panose="020B0604020202020204" charset="0"/>
      <p:regular r:id="rId4"/>
    </p:embeddedFont>
    <p:embeddedFont>
      <p:font typeface="Outfit Extra Bold" panose="020B0604020202020204" charset="0"/>
      <p:regular r:id="rId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font" Target="fonts/font2.fntdata"/><Relationship Id="rId4" Type="http://schemas.openxmlformats.org/officeDocument/2006/relationships/font" Target="fonts/font1.fntdata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571325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34760"/>
            <a:ext cx="8463558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7. TABLEAU DASHBOARD ANALYSIS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1951673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An interactive Tableau dashboard was developed to visualize transaction performance.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793790" y="2492454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The dashboard includes: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793790" y="3033236"/>
            <a:ext cx="13042821" cy="1865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KPI cards (Total Transactions, Success Rate, Failure Rate)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Region-wise analysis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Network type comparison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Device type distribution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Latency and server load impact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793790" y="5121831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The dashboard allows filtering by region, device, and network type for deeper analysis.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93790" y="5662613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Key insights from Tableau: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793790" y="6203394"/>
            <a:ext cx="13042821" cy="109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High failure rates occur in high-latency conditions.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Network type strongly affects success rate.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Server load significantly impacts performance.</a:t>
            </a:r>
            <a:endParaRPr lang="en-US" sz="1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88</Words>
  <Application>Microsoft Office PowerPoint</Application>
  <PresentationFormat>Custom</PresentationFormat>
  <Paragraphs>14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Outfit Extra Bold</vt:lpstr>
      <vt:lpstr>Arimo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afifabasheer5@gmail.com</cp:lastModifiedBy>
  <cp:revision>1</cp:revision>
  <dcterms:created xsi:type="dcterms:W3CDTF">2026-02-28T05:23:26Z</dcterms:created>
  <dcterms:modified xsi:type="dcterms:W3CDTF">2026-02-28T05:24:09Z</dcterms:modified>
</cp:coreProperties>
</file>